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55C7D1-ADBE-4DB7-BF32-7FB59113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543C127-4A6B-47C2-A975-736AADF81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C41C06B-38CC-49E8-B070-5B1F0E7D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B3ADD39-812B-4A60-86A8-E335B002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B46E6D0-00E8-4BD0-888D-CF01967A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33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0B83304-1BFE-4959-A5A2-5D0CDF87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5B8F802-6B76-4D49-A972-40B31B8A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046E9CC-8979-4ADF-A712-10B6A206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010D0E4-C680-42FF-9B4A-C12AFE3E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B1A128-9E33-49FF-A3AD-AC0E4C2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A21132B-C198-4C6D-B4DE-A7739537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C41C86C-CF53-4F25-B0E1-C0C992CD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6E3CEAF-45E1-430D-ACCB-26E59388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AF2D2B0-6962-488A-AF16-4E3594B0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F4C613A-D693-4CF5-80BA-95EF2D6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39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2CB2D2-B7DD-4712-9DAC-A074B8B9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B5B0AA0-8CC5-4A5B-9092-37F2EB48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D7DD84C3-1951-4B3C-93B7-56C260482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313CCA4-2EA4-4C25-86F0-243F86E1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86056C1-9AEE-4C0B-8237-FAE06AD7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6FD43AC-00AD-4597-91C6-D27E2609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3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F49E2ED-001F-4D45-9102-B6FC9E74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7C60B233-97E0-4736-B0DB-3A7EB700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1816D30-3AC0-4BD1-82B0-F8CF32C1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97AAD04-54AC-4EC9-94B1-51C9C100B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1C75EF3-1CDE-4B01-9062-19932E99D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D1A9923C-DD93-4368-B31C-BF78DE51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BDAE8663-4466-40FC-9A3D-81CACCAA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471B90A-1F4F-4833-82E0-063759B7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34A770F-1D0F-41C0-9491-B8E4AE61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617BA26-C02D-4B5E-A089-9B561B9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384C97B-EA43-4CEF-A968-20069E48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5934AA9-DA6C-44D6-A333-B1297AC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87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270B990B-CEE8-4556-A30B-4E371D8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A0E5E36A-6DFC-44CA-B218-EE836F18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E9999BA-3CCB-494A-A114-7660640D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24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DA962F-CC98-4187-A674-F0AF320B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E5CD282-017B-4521-8480-CC39BA24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89D8860-B8B8-4431-9C25-4AC45131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D36644D-7201-494B-9CDC-9D5F7A35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522DADD-83AB-44D1-BCE9-2438F743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0BE79B4-93FB-4F4C-B23B-21CA9CBE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E9FA665-181D-48DF-9C38-0FB5E28C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D927C1A4-9E13-4AA1-BEAD-8A3747C4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2149439-B916-42D3-BD53-8748CF5F5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CE8FF7B-5B08-40C8-A290-1B0A0722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5AC9541-DA87-444E-B249-99B31E64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995861D-749C-41F5-BF2E-19ED507D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1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ECB088-F04A-46CA-97E6-49E6FC4C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32783660-9C42-4FEA-845D-D2A2FC721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76F5206-081C-4558-958D-4897567A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D9A4B9D-E4AC-4660-A44A-E48A2A09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9662DAA-1A75-46FE-8F42-7EC8B3F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EC3B0359-1202-43F8-A7A8-DD21340E7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18E497DD-2FBF-49F0-ADA9-E88AF8DB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D81BAD8-8C3E-4CCE-BFF6-F82DE1F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620893E-27E1-44D2-A947-5FDFDB09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BAE8BDB-650C-4848-BE83-2D44A4EB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29E121F-6669-4801-9276-737FD57F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5C56439-CA43-455E-A1F4-7649C258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61C0AA3-8922-41E7-830F-6699B578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BE5E-5333-4BD4-98F4-AC5F1DC5955D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E2D6249-02C9-4718-B373-C818A53E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FE0D79F-B611-490D-BB96-B0F3368EE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3757551-1521-4293-8514-793956AECE06}"/>
              </a:ext>
            </a:extLst>
          </p:cNvPr>
          <p:cNvSpPr txBox="1"/>
          <p:nvPr/>
        </p:nvSpPr>
        <p:spPr>
          <a:xfrm>
            <a:off x="2651749" y="1788676"/>
            <a:ext cx="762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tx2">
                    <a:lumMod val="75000"/>
                  </a:schemeClr>
                </a:solidFill>
                <a:latin typeface="Montserrat SemiBold" panose="00000700000000000000" pitchFamily="2" charset="-52"/>
              </a:rPr>
              <a:t>          RTS</a:t>
            </a:r>
            <a:endParaRPr lang="ru-RU" sz="4000" dirty="0">
              <a:solidFill>
                <a:schemeClr val="tx2">
                  <a:lumMod val="75000"/>
                </a:schemeClr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3239546-B8CD-4665-8DF7-676D8779C723}"/>
              </a:ext>
            </a:extLst>
          </p:cNvPr>
          <p:cNvSpPr txBox="1"/>
          <p:nvPr/>
        </p:nvSpPr>
        <p:spPr>
          <a:xfrm>
            <a:off x="5513147" y="632936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202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5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год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5F62410-A267-44D0-82BF-C94E6AC68F72}"/>
              </a:ext>
            </a:extLst>
          </p:cNvPr>
          <p:cNvSpPr txBox="1"/>
          <p:nvPr/>
        </p:nvSpPr>
        <p:spPr>
          <a:xfrm>
            <a:off x="8799682" y="485203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  <a:p>
            <a:endParaRPr lang="ru-RU" dirty="0">
              <a:solidFill>
                <a:schemeClr val="tx2">
                  <a:lumMod val="7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2813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4FEA7E-D50D-4033-9EEF-98A364DC9070}"/>
              </a:ext>
            </a:extLst>
          </p:cNvPr>
          <p:cNvSpPr txBox="1"/>
          <p:nvPr/>
        </p:nvSpPr>
        <p:spPr>
          <a:xfrm>
            <a:off x="6512137" y="256598"/>
            <a:ext cx="5440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Цель и задачи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71096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Цель – 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научиться создава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ть стратегию на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Unity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Задач – </a:t>
            </a:r>
            <a:endParaRPr lang="en-US" sz="2000" dirty="0" smtClean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скрипты на управления персонажей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скрипты на постройку зданий</a:t>
            </a: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Создать модели в блендере</a:t>
            </a:r>
          </a:p>
          <a:p>
            <a:pPr marL="457200" indent="-457200">
              <a:buAutoNum type="arabicParenR"/>
            </a:pP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Соединить модели и </a:t>
            </a:r>
            <a:r>
              <a:rPr lang="ru-RU" sz="200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написанные скрипты</a:t>
            </a:r>
            <a:endParaRPr lang="ru-RU" sz="2000" dirty="0" smtClean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pPr marL="457200" indent="-457200">
              <a:buAutoNum type="arabicParenR"/>
            </a:pP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6587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99100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Возможно, что у твоего проекта есть аналоги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Добавь на этот слайд фото и краткие описания аналогов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А на следующем слайде проанализируй уже существующие варианты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и ваш вариант решения проблемы. Выбери для них разные параметры: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стоимость, затраты, материалы и т.п.</a:t>
            </a:r>
          </a:p>
        </p:txBody>
      </p:sp>
    </p:spTree>
    <p:extLst>
      <p:ext uri="{BB962C8B-B14F-4D97-AF65-F5344CB8AC3E}">
        <p14:creationId xmlns:p14="http://schemas.microsoft.com/office/powerpoint/2010/main" val="311745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xmlns="" id="{E629CF7F-0B7A-44E5-A836-C5D366C94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82978"/>
              </p:ext>
            </p:extLst>
          </p:nvPr>
        </p:nvGraphicFramePr>
        <p:xfrm>
          <a:off x="321366" y="1316013"/>
          <a:ext cx="11549268" cy="51636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17">
                  <a:extLst>
                    <a:ext uri="{9D8B030D-6E8A-4147-A177-3AD203B41FA5}">
                      <a16:colId xmlns:a16="http://schemas.microsoft.com/office/drawing/2014/main" xmlns="" val="378163225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xmlns="" val="677063916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xmlns="" val="3058195800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xmlns="" val="1963992699"/>
                    </a:ext>
                  </a:extLst>
                </a:gridCol>
              </a:tblGrid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Montserrat SemiBold" panose="00000700000000000000" pitchFamily="2" charset="-52"/>
                        </a:rPr>
                        <a:t>Параметр сравнения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Аналог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Аналог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Ваше решение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61350599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294819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2817295705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3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2766826931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4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1915138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5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138879119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322396827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xmlns="" val="27461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0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4FEA7E-D50D-4033-9EEF-98A364DC9070}"/>
              </a:ext>
            </a:extLst>
          </p:cNvPr>
          <p:cNvSpPr txBox="1"/>
          <p:nvPr/>
        </p:nvSpPr>
        <p:spPr>
          <a:xfrm>
            <a:off x="5001389" y="256598"/>
            <a:ext cx="696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Потенциальные потребители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20340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Мои потенциальные потребители это те люди которые любят жанры стратегии </a:t>
            </a: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Мужчины и женщины в возрасте от 18 до 35 годов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,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пользователи будут только из</a:t>
            </a: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России ведь игра адаптирована только под русский язык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, </a:t>
            </a:r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их заработная </a:t>
            </a: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Составило бы в среднем </a:t>
            </a:r>
            <a:r>
              <a:rPr lang="ru-RU" sz="2000" b="1" dirty="0"/>
              <a:t>123 564 </a:t>
            </a:r>
            <a:r>
              <a:rPr lang="ru-RU" sz="2000" b="1" dirty="0" smtClean="0"/>
              <a:t>рубля 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603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4FEA7E-D50D-4033-9EEF-98A364DC9070}"/>
              </a:ext>
            </a:extLst>
          </p:cNvPr>
          <p:cNvSpPr txBox="1"/>
          <p:nvPr/>
        </p:nvSpPr>
        <p:spPr>
          <a:xfrm>
            <a:off x="3679484" y="256598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Описание достигнутого результата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2034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Мне удалось создать стратегию с системой строительства , получения ресурсов ,</a:t>
            </a:r>
          </a:p>
          <a:p>
            <a:r>
              <a:rPr lang="ru-RU" sz="2000" dirty="0" smtClean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Собирательством ресурсов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395" y="2762763"/>
            <a:ext cx="7548113" cy="40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4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171</Words>
  <Application>Microsoft Office PowerPoint</Application>
  <PresentationFormat>Широкоэкранный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Montserrat ExtraBold</vt:lpstr>
      <vt:lpstr>Montserrat Medium</vt:lpstr>
      <vt:lpstr>Montserrat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media krainova</dc:creator>
  <cp:lastModifiedBy>Роман</cp:lastModifiedBy>
  <cp:revision>13</cp:revision>
  <dcterms:created xsi:type="dcterms:W3CDTF">2021-09-23T07:51:35Z</dcterms:created>
  <dcterms:modified xsi:type="dcterms:W3CDTF">2025-12-24T14:49:14Z</dcterms:modified>
</cp:coreProperties>
</file>